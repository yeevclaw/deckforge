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歡迎大家,我是 Jordan,AcmeCloud 共同創辦人。今天用 15 分鐘介紹我們為什麼是中型 SaaS 補上 AI 能力的最佳選擇。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我會依這四個段落展開,中間隨時歡迎打斷。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說明:中型 SaaS 想做 AI,但他們缺的是工程量能,不是模型 API。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數據點:ARR 24× 成長、82% 毛利、138% NDR 是本輪故事的支柱。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謝謝。我很期待聽到大家的問題。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2_t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3_content_her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4_content_2c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age_05_e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